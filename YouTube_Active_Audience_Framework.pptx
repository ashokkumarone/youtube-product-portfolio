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Arial"/>
              </a:rPr>
              <a:t>Engagement Decay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Week 1</c:v>
                  </c:pt>
                  <c:pt idx="1">
                    <c:v>Week 4</c:v>
                  </c:pt>
                  <c:pt idx="2">
                    <c:v>Week 8</c:v>
                  </c:pt>
                  <c:pt idx="3">
                    <c:v>Week 12</c:v>
                  </c:pt>
                  <c:pt idx="4">
                    <c:v>Week 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75</c:v>
                </c:pt>
                <c:pt idx="2">
                  <c:v>50</c:v>
                </c:pt>
                <c:pt idx="3">
                  <c:v>30</c:v>
                </c:pt>
                <c:pt idx="4">
                  <c:v>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Active Audience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Fairness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Behavioral Engagement Framework to Improve Platform Efficiency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Ashok Kumar 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Product Strategy Case Study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YouTube's subscription system does not differentiate between active and inactive subscribers.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leads to distorted engagement metrics, inefficient content distribution, and unfair visibility dynamics for creators.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case study proposes an engagement-based subscription classification framework designed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watch-time efficiency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advertiser targeting accuracy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realistic audience visibility for creators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Evolving Creator Economy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Count Focus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feeds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follower metrics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behavioral signals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Model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Focus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Algorithm-weighted visibility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audience prioritization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signals required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743200"/>
            <a:ext cx="274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Subscription System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subscriptions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subscription feed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count publicly visible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inactivity validation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signals exist but not tied to subscription status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38328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0" y="338328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07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309360" y="3383280"/>
            <a:ext cx="1828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Feed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filtering layer)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 Definition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Count ≠ Active Audience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subscribers accumulate over time, causing: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engagement rates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Distorted growth perception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algorithm clarity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Behavior Patterns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subscribe impulsively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unsubscribe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naturally decays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is emotional, not behavioral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0" y="118872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Inflated Subscriber 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metrics don't reflect true audience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Dropping Engagement Rate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subs dilute engagement percentage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Credibility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partnerships affected by low engagement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Challenges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creators struggle to surface organically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Watch-Time Inefficiency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pushed to inactive users wastes resources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Noise Increase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 signals confuse recommendation systems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Targeting Distortion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wasted on disengaged audience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Monetization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optimization potential for revenue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Analysis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System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Layer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Subscriber Count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Subscriber Metric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Chronological Feed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Weighting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Inactivity Trigger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Validation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metric is not </a:t>
            </a:r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metric is </a:t>
            </a:r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Density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subscriber count with low activity reduces ecosystem efficiency.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channel with 100K subscribers but only 5K active viewers has a 5% engagement density — far below a channel with 50K subscribers and 40K active viewers (80% density).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Solution: Active Audience Classification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case study proposes an engagement-weighted subscription framework that classifies subscribers based on behavioral activity.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treating all subscribers equally, the system introduces a structured classification model. The goal is to align subscription visibility with actual engagement behavior.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2286000"/>
            <a:ext cx="18288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22860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0" y="3200400"/>
            <a:ext cx="27432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Semi-Active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4114800"/>
            <a:ext cx="3657600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4114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Engagement-Based Audience Segmentation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Scoring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subscriber is assigned an engagement score based on measurable behavioral signals: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frequency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duration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Likes and comments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revisit rate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since last interaction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0" y="1645920"/>
            <a:ext cx="1645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0" y="1874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23760" y="1645920"/>
            <a:ext cx="1645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645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84048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A896"/>
                </a:solidFill>
              </a:rPr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029200" y="2651760"/>
            <a:ext cx="384048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5852160" y="2926080"/>
            <a:ext cx="21945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5216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Inactivity Trigger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subscriber shows no meaningful interaction within a defined period (e.g., 90 days), the system marks the subscriber as inactive.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automatic removal, the system triggers a user prompt: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haven't engaged with this channel in 90 days.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like to continue your subscription?"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preserves user autonomy while improving engagement accuracy.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840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4005072"/>
            <a:ext cx="128016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3840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90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Activity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4005072"/>
            <a:ext cx="128016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3840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Engagement-Weighted Feed Prioritization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subscription feed can be optimized using audience activity status. Content from highly engaged channels receives priority placement, while inactive subscriptions receive lower weight in feed visibility.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improves content relevance without removing user control.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Random Chronological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A (Inactive)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B (Active)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C (Inactive)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D (Semi-Active)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2468880"/>
            <a:ext cx="3657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Engagement-Prioritized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32004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B (Active) 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D (Semi-Active)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A (Inactive)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from Channel C (Inactive)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Audience Visibility for Creators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introduces new analytics metrics providing creators with realistic audience measurement and improved brand partnership credibility: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286000" cy="13716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45,200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Subscribers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286000" cy="13716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Semi-Active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2011680"/>
            <a:ext cx="2286000" cy="13716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Density Score: 68%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Platform-Level Business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framework improves: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Watch-Time Efficiency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reaches active audience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514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receives cleaner signals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200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Signal-to-Noise Ratio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engagement data quality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886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Retention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get more relevant content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572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engagement data enhances algorithm precision and platform stability.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Targeting Improvement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benefit from: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engagement-based audience targeting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ad conversion probability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impression waste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campaign ROI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3474720"/>
            <a:ext cx="5486400" cy="82296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3474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audience segmentation increases monetization precision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Ecosystem Benefits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38404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Accurate Metrics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engagement visibility instead of vanity numbers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38404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Inflation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 subscriber counts reflect true audience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38404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Credibility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 based on real engagement density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38404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Discovery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749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growth through algorithm clarity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creates a healthier creator growth environment.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Optimization Potential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engagement accuracy may lead 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effective CPM rates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advertiser trust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brand-platform partnerships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monetization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291840"/>
            <a:ext cx="4572000" cy="9144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3291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quality directly impacts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revenue scalability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Implementation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Risks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resistance to prompts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drop in subscriber counts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concerns about metrics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infrastructure complexity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classification private initially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feature optional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rollout testing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communication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Positioning Advantage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Audience Classification Framework positions YouTube ahead of competitors by shifting focus from vanity metrics to behavioral depth.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other platforms rely heavily on algorithmic discovery, this model strengthens the subscription layer itself.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18288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Model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 Transparency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Subscriber Count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Algorithm-Only Visibility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Audience Framework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2C3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6304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0" y="1572768"/>
            <a:ext cx="5486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scoring validation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accuracy testing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beta rollout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31920" y="1572768"/>
            <a:ext cx="5486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Creator Metrics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Active Subscriber metric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classification non-public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52160" y="1572768"/>
            <a:ext cx="54864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 Integration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inactivity prompts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behavior correction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371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Optimization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46888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weighting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Expansion Opportunities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can expand into: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31920" y="2103120"/>
            <a:ext cx="1280160" cy="1280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21031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468880"/>
            <a:ext cx="1371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Bidding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371600"/>
            <a:ext cx="1371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Tools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468880"/>
            <a:ext cx="1371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3931920"/>
            <a:ext cx="1371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transforms subscription from a static number into a dynamic engagement asset.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Business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implemented at scale, potential outcomes include: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1828800" cy="457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Watch-time efficiency improvement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1828800" cy="457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targeting accuracy improvement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advertiser retention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long-term monetization stability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accuracy improves revenue predictability.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7432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subscription model on YouTube requires structural modernization.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count alone no longer reflects real audience strength.
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0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introducing engagement-based classification: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3383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gain transparency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Advertisers gain precision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gain relevance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gains efficiency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framework strengthens the creator ecosystem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2D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improving long-term monetization sustainability.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Active Audience &amp; Creator Fairness Model</dc:title>
  <dc:subject>PptxGenJS Presentation</dc:subject>
  <dc:creator>Ashok Kumar S</dc:creator>
  <cp:lastModifiedBy>Ashok Kumar S</cp:lastModifiedBy>
  <cp:revision>1</cp:revision>
  <dcterms:created xsi:type="dcterms:W3CDTF">2026-02-13T10:09:19Z</dcterms:created>
  <dcterms:modified xsi:type="dcterms:W3CDTF">2026-02-13T10:09:19Z</dcterms:modified>
</cp:coreProperties>
</file>